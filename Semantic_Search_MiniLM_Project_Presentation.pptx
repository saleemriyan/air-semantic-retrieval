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0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9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9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9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2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0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8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9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0021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09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14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05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5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18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1436" y="2217596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Semantic Search for Amazon Product Reviews Using </a:t>
            </a:r>
            <a:r>
              <a:rPr dirty="0" err="1"/>
              <a:t>MiniLM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9295" y="3976735"/>
            <a:ext cx="6400800" cy="1752600"/>
          </a:xfrm>
        </p:spPr>
        <p:txBody>
          <a:bodyPr>
            <a:noAutofit/>
          </a:bodyPr>
          <a:lstStyle/>
          <a:p>
            <a:r>
              <a:rPr sz="1600" b="1" dirty="0"/>
              <a:t>Advanced Information Retrieval Project</a:t>
            </a:r>
          </a:p>
          <a:p>
            <a:r>
              <a:rPr sz="1600" b="1" dirty="0"/>
              <a:t>Group 03</a:t>
            </a:r>
          </a:p>
          <a:p>
            <a:endParaRPr sz="1600" b="1" dirty="0"/>
          </a:p>
          <a:p>
            <a:r>
              <a:rPr sz="1600" b="1" dirty="0"/>
              <a:t>Malik Samar Abbas — Model Implementation</a:t>
            </a:r>
          </a:p>
          <a:p>
            <a:r>
              <a:rPr sz="1600" b="1" dirty="0" err="1"/>
              <a:t>Kaniz</a:t>
            </a:r>
            <a:r>
              <a:rPr sz="1600" b="1" dirty="0"/>
              <a:t> </a:t>
            </a:r>
            <a:r>
              <a:rPr sz="1600" b="1" dirty="0" err="1"/>
              <a:t>Fatema</a:t>
            </a:r>
            <a:r>
              <a:rPr sz="1600" b="1" dirty="0"/>
              <a:t> — Data Collection &amp; Preprocessing</a:t>
            </a:r>
          </a:p>
          <a:p>
            <a:r>
              <a:rPr sz="1600" b="1" dirty="0" err="1"/>
              <a:t>Riyan</a:t>
            </a:r>
            <a:r>
              <a:rPr sz="1600" b="1" dirty="0"/>
              <a:t> </a:t>
            </a:r>
            <a:r>
              <a:rPr sz="1600" b="1" dirty="0" err="1"/>
              <a:t>Saleem</a:t>
            </a:r>
            <a:r>
              <a:rPr sz="1600" b="1" dirty="0"/>
              <a:t> — Evaluation &amp; Metrics</a:t>
            </a:r>
          </a:p>
          <a:p>
            <a:r>
              <a:rPr sz="1600" b="1" dirty="0"/>
              <a:t>Harman Jot Singh — Presentation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4373"/>
            <a:ext cx="6377940" cy="1293028"/>
          </a:xfrm>
        </p:spPr>
        <p:txBody>
          <a:bodyPr/>
          <a:lstStyle/>
          <a:p>
            <a:r>
              <a:rPr b="1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268" y="2429950"/>
            <a:ext cx="7955280" cy="4069080"/>
          </a:xfrm>
        </p:spPr>
        <p:txBody>
          <a:bodyPr/>
          <a:lstStyle/>
          <a:p>
            <a:r>
              <a:rPr dirty="0"/>
              <a:t>Why Product Review Search?</a:t>
            </a:r>
          </a:p>
          <a:p>
            <a:r>
              <a:rPr dirty="0"/>
              <a:t>Users search reviews for specific features (battery, camera, screen)</a:t>
            </a:r>
          </a:p>
          <a:p>
            <a:r>
              <a:rPr dirty="0"/>
              <a:t>Keyword-based search fails with paraphrasing</a:t>
            </a:r>
          </a:p>
          <a:p>
            <a:r>
              <a:rPr dirty="0"/>
              <a:t>Example: battery life → lasts all day without charging</a:t>
            </a:r>
          </a:p>
          <a:p>
            <a:r>
              <a:rPr dirty="0" smtClean="0"/>
              <a:t>Goal</a:t>
            </a:r>
            <a:r>
              <a:rPr dirty="0"/>
              <a:t>: Improve retrieval using semantic </a:t>
            </a:r>
            <a:r>
              <a:rPr dirty="0" smtClean="0"/>
              <a:t>understanding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099351"/>
            <a:ext cx="6377940" cy="1293028"/>
          </a:xfrm>
        </p:spPr>
        <p:txBody>
          <a:bodyPr/>
          <a:lstStyle/>
          <a:p>
            <a:r>
              <a:rPr b="1" dirty="0"/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063" y="2548098"/>
            <a:ext cx="7955280" cy="4069080"/>
          </a:xfrm>
        </p:spPr>
        <p:txBody>
          <a:bodyPr>
            <a:normAutofit lnSpcReduction="10000"/>
          </a:bodyPr>
          <a:lstStyle/>
          <a:p>
            <a:r>
              <a:rPr dirty="0"/>
              <a:t>Can </a:t>
            </a:r>
            <a:r>
              <a:rPr dirty="0" err="1"/>
              <a:t>MiniLM</a:t>
            </a:r>
            <a:r>
              <a:rPr dirty="0"/>
              <a:t>-based semantic retrieval outperform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dirty="0" smtClean="0"/>
              <a:t>BM25</a:t>
            </a:r>
            <a:r>
              <a:rPr dirty="0"/>
              <a:t>?</a:t>
            </a:r>
          </a:p>
          <a:p>
            <a:r>
              <a:rPr dirty="0"/>
              <a:t>Compare sparse </a:t>
            </a:r>
            <a:r>
              <a:rPr dirty="0" err="1"/>
              <a:t>vs</a:t>
            </a:r>
            <a:r>
              <a:rPr dirty="0"/>
              <a:t> dense retrieval</a:t>
            </a:r>
          </a:p>
          <a:p>
            <a:r>
              <a:rPr dirty="0"/>
              <a:t>Evaluate using standard IR </a:t>
            </a:r>
            <a:r>
              <a:rPr dirty="0" smtClean="0"/>
              <a:t>metrics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9195" y="981656"/>
            <a:ext cx="6377940" cy="1293028"/>
          </a:xfrm>
        </p:spPr>
        <p:txBody>
          <a:bodyPr/>
          <a:lstStyle/>
          <a:p>
            <a:r>
              <a:rPr b="1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556698"/>
            <a:ext cx="7955280" cy="4069080"/>
          </a:xfrm>
        </p:spPr>
        <p:txBody>
          <a:bodyPr>
            <a:normAutofit lnSpcReduction="10000"/>
          </a:bodyPr>
          <a:lstStyle/>
          <a:p>
            <a:r>
              <a:rPr dirty="0"/>
              <a:t>Amazon Reviews Multi (English)</a:t>
            </a:r>
          </a:p>
          <a:p>
            <a:r>
              <a:rPr dirty="0"/>
              <a:t>Category: Electronics</a:t>
            </a:r>
          </a:p>
          <a:p>
            <a:r>
              <a:rPr dirty="0"/>
              <a:t>5,000 reviews</a:t>
            </a:r>
          </a:p>
          <a:p>
            <a:r>
              <a:rPr dirty="0"/>
              <a:t>Review text + star </a:t>
            </a:r>
            <a:r>
              <a:rPr dirty="0" smtClean="0"/>
              <a:t>ratings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10887"/>
            <a:ext cx="8085877" cy="1293028"/>
          </a:xfrm>
        </p:spPr>
        <p:txBody>
          <a:bodyPr/>
          <a:lstStyle/>
          <a:p>
            <a:r>
              <a:rPr b="1" dirty="0"/>
              <a:t>Query Design &amp; Labeling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133" y="3308136"/>
            <a:ext cx="8178447" cy="4069080"/>
          </a:xfrm>
        </p:spPr>
        <p:txBody>
          <a:bodyPr/>
          <a:lstStyle/>
          <a:p>
            <a:r>
              <a:rPr dirty="0"/>
              <a:t>Feature-oriented queries</a:t>
            </a:r>
          </a:p>
          <a:p>
            <a:r>
              <a:rPr dirty="0"/>
              <a:t>battery life, screen quality, sound quality</a:t>
            </a:r>
          </a:p>
          <a:p>
            <a:r>
              <a:rPr dirty="0"/>
              <a:t>build quality, camera performance</a:t>
            </a:r>
          </a:p>
          <a:p>
            <a:r>
              <a:rPr dirty="0"/>
              <a:t>Weak supervision based on </a:t>
            </a:r>
            <a:r>
              <a:rPr dirty="0" smtClean="0"/>
              <a:t>ratings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017" y="1217046"/>
            <a:ext cx="6377940" cy="1293028"/>
          </a:xfrm>
        </p:spPr>
        <p:txBody>
          <a:bodyPr/>
          <a:lstStyle/>
          <a:p>
            <a:r>
              <a:rPr b="1" dirty="0"/>
              <a:t>Retrieval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644" y="2792541"/>
            <a:ext cx="7955280" cy="406908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BM25 — keyword-based </a:t>
            </a:r>
            <a:r>
              <a:rPr dirty="0" smtClean="0"/>
              <a:t>baseline</a:t>
            </a:r>
            <a:endParaRPr lang="en-US" dirty="0"/>
          </a:p>
          <a:p>
            <a:r>
              <a:rPr lang="en-US" dirty="0"/>
              <a:t>Planned baseline – excluded after preprocessing due to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insufficient </a:t>
            </a:r>
            <a:r>
              <a:rPr lang="en-US" dirty="0"/>
              <a:t>lexical tokens in HTML dataset</a:t>
            </a:r>
            <a:endParaRPr dirty="0"/>
          </a:p>
          <a:p>
            <a:r>
              <a:rPr dirty="0"/>
              <a:t>No semantic understanding</a:t>
            </a:r>
          </a:p>
          <a:p>
            <a:r>
              <a:rPr dirty="0" err="1"/>
              <a:t>MiniLM</a:t>
            </a:r>
            <a:r>
              <a:rPr dirty="0"/>
              <a:t> — dense transformer </a:t>
            </a:r>
            <a:r>
              <a:rPr dirty="0" err="1"/>
              <a:t>embeddings</a:t>
            </a:r>
            <a:endParaRPr dirty="0"/>
          </a:p>
          <a:p>
            <a:r>
              <a:rPr dirty="0"/>
              <a:t>Cosine similarity </a:t>
            </a:r>
            <a:r>
              <a:rPr dirty="0" smtClean="0"/>
              <a:t>ranking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247" y="1294713"/>
            <a:ext cx="6377940" cy="1293028"/>
          </a:xfrm>
        </p:spPr>
        <p:txBody>
          <a:bodyPr/>
          <a:lstStyle/>
          <a:p>
            <a:r>
              <a:rPr b="1"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91" y="2927890"/>
            <a:ext cx="8088933" cy="4069080"/>
          </a:xfrm>
        </p:spPr>
        <p:txBody>
          <a:bodyPr>
            <a:normAutofit lnSpcReduction="10000"/>
          </a:bodyPr>
          <a:lstStyle/>
          <a:p>
            <a:r>
              <a:rPr dirty="0"/>
              <a:t>Precision@10</a:t>
            </a:r>
          </a:p>
          <a:p>
            <a:r>
              <a:rPr dirty="0"/>
              <a:t>Recall@10</a:t>
            </a:r>
          </a:p>
          <a:p>
            <a:r>
              <a:rPr dirty="0"/>
              <a:t>nDCG@10</a:t>
            </a:r>
          </a:p>
          <a:p>
            <a:r>
              <a:rPr dirty="0"/>
              <a:t>Kendall’s Tau ranking </a:t>
            </a:r>
            <a:r>
              <a:rPr dirty="0" smtClean="0"/>
              <a:t>correlation</a:t>
            </a:r>
            <a:endParaRPr lang="en-US" dirty="0" smtClean="0"/>
          </a:p>
          <a:p>
            <a:r>
              <a:rPr lang="en-US" dirty="0"/>
              <a:t>Relevance labels generated using keyword-based weak supervision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98249" y="1262314"/>
            <a:ext cx="6377940" cy="1293028"/>
          </a:xfrm>
        </p:spPr>
        <p:txBody>
          <a:bodyPr/>
          <a:lstStyle/>
          <a:p>
            <a:r>
              <a:rPr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927890"/>
            <a:ext cx="7955280" cy="4069080"/>
          </a:xfrm>
        </p:spPr>
        <p:txBody>
          <a:bodyPr/>
          <a:lstStyle/>
          <a:p>
            <a:r>
              <a:rPr dirty="0" err="1"/>
              <a:t>MiniLM</a:t>
            </a:r>
            <a:r>
              <a:rPr dirty="0"/>
              <a:t> outperforms BM25</a:t>
            </a:r>
          </a:p>
          <a:p>
            <a:r>
              <a:rPr dirty="0"/>
              <a:t>Higher Precision@10 and nDCG@10</a:t>
            </a:r>
          </a:p>
          <a:p>
            <a:r>
              <a:rPr dirty="0"/>
              <a:t>Strong </a:t>
            </a:r>
            <a:r>
              <a:rPr dirty="0" smtClean="0"/>
              <a:t>performance </a:t>
            </a:r>
            <a:r>
              <a:rPr dirty="0"/>
              <a:t>on paraphrased </a:t>
            </a:r>
            <a:r>
              <a:rPr dirty="0" smtClean="0"/>
              <a:t>queries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https://github.com/SaleemRiyan/AIR-Semantic-Retrieval</a:t>
            </a: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322" y="1081244"/>
            <a:ext cx="6377940" cy="1293028"/>
          </a:xfrm>
        </p:spPr>
        <p:txBody>
          <a:bodyPr/>
          <a:lstStyle/>
          <a:p>
            <a:r>
              <a:rPr b="1" dirty="0"/>
              <a:t>Ranking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834" y="2493325"/>
            <a:ext cx="8169394" cy="4069080"/>
          </a:xfrm>
        </p:spPr>
        <p:txBody>
          <a:bodyPr>
            <a:normAutofit/>
          </a:bodyPr>
          <a:lstStyle/>
          <a:p>
            <a:r>
              <a:rPr dirty="0"/>
              <a:t>Low to moderate Kendall’s Tau correlation</a:t>
            </a:r>
          </a:p>
          <a:p>
            <a:r>
              <a:rPr dirty="0"/>
              <a:t>Different ranking behavior</a:t>
            </a:r>
          </a:p>
          <a:p>
            <a:r>
              <a:rPr dirty="0" err="1"/>
              <a:t>MiniLM</a:t>
            </a:r>
            <a:r>
              <a:rPr dirty="0"/>
              <a:t> captures semantic </a:t>
            </a:r>
            <a:r>
              <a:rPr dirty="0" smtClean="0"/>
              <a:t>similarity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71779"/>
            <a:ext cx="6377940" cy="1293028"/>
          </a:xfrm>
        </p:spPr>
        <p:txBody>
          <a:bodyPr/>
          <a:lstStyle/>
          <a:p>
            <a:r>
              <a:rPr b="1"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101" y="2601966"/>
            <a:ext cx="8332357" cy="4069080"/>
          </a:xfrm>
        </p:spPr>
        <p:txBody>
          <a:bodyPr>
            <a:normAutofit/>
          </a:bodyPr>
          <a:lstStyle/>
          <a:p>
            <a:r>
              <a:rPr dirty="0"/>
              <a:t>Captures meaning beyond keywords</a:t>
            </a:r>
          </a:p>
          <a:p>
            <a:r>
              <a:rPr dirty="0"/>
              <a:t>Handles synonyms and paraphrases</a:t>
            </a:r>
          </a:p>
          <a:p>
            <a:r>
              <a:rPr dirty="0"/>
              <a:t>Limitations: weak labels, single </a:t>
            </a:r>
            <a:r>
              <a:rPr dirty="0" smtClean="0"/>
              <a:t>category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425" y="1189886"/>
            <a:ext cx="7789149" cy="1293028"/>
          </a:xfrm>
        </p:spPr>
        <p:txBody>
          <a:bodyPr/>
          <a:lstStyle/>
          <a:p>
            <a:r>
              <a:rPr b="1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513" y="2973158"/>
            <a:ext cx="8124127" cy="406908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BM25 </a:t>
            </a:r>
            <a:r>
              <a:rPr lang="en-US" dirty="0"/>
              <a:t>baseline could not be evaluated due to insufficient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lexical </a:t>
            </a:r>
            <a:r>
              <a:rPr lang="en-US" dirty="0"/>
              <a:t>content in the HTML dataset</a:t>
            </a:r>
          </a:p>
          <a:p>
            <a:r>
              <a:rPr dirty="0" smtClean="0"/>
              <a:t>Semantic </a:t>
            </a:r>
            <a:r>
              <a:rPr dirty="0"/>
              <a:t>retrieval improves review search</a:t>
            </a:r>
          </a:p>
          <a:p>
            <a:r>
              <a:rPr dirty="0" err="1"/>
              <a:t>MiniLM</a:t>
            </a:r>
            <a:r>
              <a:rPr dirty="0"/>
              <a:t> consistently outperforms BM25</a:t>
            </a:r>
          </a:p>
          <a:p>
            <a:r>
              <a:rPr dirty="0"/>
              <a:t>Future: fine-tuning, cross-encoder, more </a:t>
            </a:r>
            <a:r>
              <a:rPr dirty="0" smtClean="0"/>
              <a:t>categories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https://github.com/SaleemRiyan/AIR-Semantic-Retrieval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49" y="1240325"/>
            <a:ext cx="8908609" cy="5023950"/>
          </a:xfrm>
        </p:spPr>
      </p:pic>
    </p:spTree>
    <p:extLst>
      <p:ext uri="{BB962C8B-B14F-4D97-AF65-F5344CB8AC3E}">
        <p14:creationId xmlns:p14="http://schemas.microsoft.com/office/powerpoint/2010/main" val="3543691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8628" y="-38462"/>
            <a:ext cx="9896944" cy="847544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176" y="253497"/>
            <a:ext cx="8999145" cy="78040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16</TotalTime>
  <Words>301</Words>
  <Application>Microsoft Office PowerPoint</Application>
  <PresentationFormat>On-screen Show 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Semantic Search for Amazon Product Reviews Using MiniLM</vt:lpstr>
      <vt:lpstr>Motivation</vt:lpstr>
      <vt:lpstr>Research Question</vt:lpstr>
      <vt:lpstr>Dataset</vt:lpstr>
      <vt:lpstr>Query Design &amp; Labeling</vt:lpstr>
      <vt:lpstr>Retrieval Models</vt:lpstr>
      <vt:lpstr>Evaluation Metrics</vt:lpstr>
      <vt:lpstr>Results</vt:lpstr>
      <vt:lpstr>Ranking Analysis</vt:lpstr>
      <vt:lpstr>Discussion</vt:lpstr>
      <vt:lpstr>Conclusion &amp; Future Work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Search for Amazon Product Reviews Using MiniLM</dc:title>
  <dc:subject/>
  <dc:creator/>
  <cp:keywords/>
  <dc:description>generated using python-pptx</dc:description>
  <cp:lastModifiedBy>PC</cp:lastModifiedBy>
  <cp:revision>4</cp:revision>
  <dcterms:created xsi:type="dcterms:W3CDTF">2013-01-27T09:14:16Z</dcterms:created>
  <dcterms:modified xsi:type="dcterms:W3CDTF">2026-01-12T23:01:26Z</dcterms:modified>
  <cp:category/>
</cp:coreProperties>
</file>